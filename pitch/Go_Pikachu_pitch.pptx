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Go Pikachu: Leif, Zhichao, Darin, Shuwen and Jianying.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skills, test everything. SKF asked us: how do we make training humanoids easier and more efficient? We are Go Pikachu.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from SKF: how can we make the training of humanoids in an industrial setting easier and more efficient? Compare the learning methods, build one locomotion task end to end in simulation, and judge it on industrial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is one factory pipeline: collect, build the scene, train, validate, deploy, with specs from our tests. One robot's failure becomes every robot's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brain, version zero: Unitree's own policy, trained only on flat ground. The toe hits the step. Zero percent on steps and stairs.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seven learning methods on SKF's criteria. What is certifiable does not adapt; what adapts is hard to certify. So we layer them, starting from trained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zero-point-five: reuse a stair skill someone already trained, and choose when to use it. Darin's robot uses its own eyes: 92 percent, but blind under glare. Zhichao's uses the factory map and cameras: 93 percent, but it walks into a pallet the map doesn't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our 46.7 metre course we added two faults: a pallet missing from the map, and a step under glare. Each alone fails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one uses both: 100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V1.0 on the whole course in one go, at eight times speed: slopes and steps, over the pallet the map doesn't know, stopping for the worker, over the glare step, up and down the stairs. 15 of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V1.0, the tests show us the next challenges. On a real factory route with switchback stairs, 22 of 25 reach the goal; all misses are on the long descent. Carrying loads was the other gap, so we fine-tuned for it. With 8 kilos, 6 became 20. Without a load, 22 fell to 3. Caught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a new skill cost SKF? Our six load fine-tunes ran overnight in parallel: under four hours, 17 GPU hours, about 25 dollars at cloud prices. Retesting all of them, 1253 runs, took six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one skill: stairs. That is our small brain. The big brain runs the same loop for every skill in a factory, the cyber brain for a whole fleet. From here on, it is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shop floor needs far more skills: carrying, grasping, reading a gauge. Each one passes the same tests before it reaches a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skill comes from staff or from the library. The big brain fits it to this floor's digital twin, flaws included, before a real robot tries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brains: one on each robot keeps it safe, one per robot plans the next seconds, one for the whole factory runs the skill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robot fails, the fix is tested once, and every robot gets it. Open question: how long may a robot act alone? We will try ten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us, team Go Pikachu.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Go Pikachu pitch, page 1: We are team Go Pikachu: Leif, Zhichao, Darin, Shuwen and Jianyi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pic>
        <p:nvPicPr>
          <p:cNvPr id="2" name="Image 0" descr="Go Pikachu pitch, page 2: Reuse skills, test everythi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Image 0" descr="Go Pikachu pitch, page 3: The challenge from SKF: how can we make the training of humanoids in an industrial setting easier and more efficient? Compare the learning methods, build one locomotion task end to end in simulation, and judge it on industrial criteria.">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pic>
        <p:nvPicPr>
          <p:cNvPr id="2" name="Image 0" descr="Go Pikachu pitch, page 4: Our approach is one factory pipeline: collect, build the scene, train, validate, deploy, with specs from our tes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2" name="Image 0" descr="Go Pikachu pitch, page 5: Small brain, version zero: Unitree's own policy, trained only on flat ground">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Image 0" descr="Go Pikachu pitch, page 6: We compared seven learning methods on SKF's criteria">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Image 0" descr="Go Pikachu pitch, page 7: Version zero-point-five: reuse a stair skill someone already trained, and choose when to use i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 name="Image 0" descr="Go Pikachu pitch, page 8: On our 46.7 metre course we added two faults: a pallet missing from the map, and a step under glar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Go Pikachu pitch, page 8: Version one uses both: 100 percen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2" name="Image 0" descr="Go Pikachu pitch, page 9: Here is V1.0 on the whole course in one go, at eight times speed: slopes and steps, over the pallet the map doesn't know, stopping for the worker, over the glare step, up and down the stair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2" name="Image 0" descr="Go Pikachu pitch, page 10: After V1.0, the tests show us the next challeng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Image 0" descr="Go Pikachu pitch, page 11: What does a new skill cost SKF? Our six load fine-tunes ran overnight in parallel: under four hours, 17 GPU hours, about 25 dollars at cloud pric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pic>
        <p:nvPicPr>
          <p:cNvPr id="2" name="Image 0" descr="Go Pikachu pitch, page 12: So far, one skill: stair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Image 0" descr="Go Pikachu pitch, page 13: A shop floor needs far more skills: carrying, grasping, reading a gaug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pic>
        <p:nvPicPr>
          <p:cNvPr id="2" name="Image 0" descr="Go Pikachu pitch, page 14: A new skill comes from staff or from the librar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2" name="Image 0" descr="Go Pikachu pitch, page 15: Three brains: one on each robot keeps it safe, one per robot plans the next seconds, one for the whole factory runs the skill librar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pic>
        <p:nvPicPr>
          <p:cNvPr id="2" name="Image 0" descr="Go Pikachu pitch, page 15: One robot fails, the fix is tested once, and every robot gets i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pic>
        <p:nvPicPr>
          <p:cNvPr id="2" name="Image 0" descr="Go Pikachu pitch, page 16: That's us, team Go Pikachu">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SKF track · GTW × Chalmers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 Pikachu · Reuse skills. Test everything.</dc:title>
  <dc:subject>PptxGenJS Presentation</dc:subject>
  <dc:creator>Team Go Pikachu</dc:creator>
  <cp:lastModifiedBy>Team Go Pikachu</cp:lastModifiedBy>
  <cp:revision>1</cp:revision>
  <dcterms:created xsi:type="dcterms:W3CDTF">2026-09-26T14:23:35Z</dcterms:created>
  <dcterms:modified xsi:type="dcterms:W3CDTF">2026-09-26T14:23:35Z</dcterms:modified>
</cp:coreProperties>
</file>